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1" r:id="rId8"/>
  </p:sldIdLst>
  <p:sldSz cx="23760113" cy="1367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ite" id="{1BE04DC9-8454-4C42-9E32-A4A3451693E7}">
          <p14:sldIdLst>
            <p14:sldId id="262"/>
            <p14:sldId id="263"/>
            <p14:sldId id="264"/>
          </p14:sldIdLst>
        </p14:section>
        <p14:section name="Light beige" id="{ED0C0DEF-B63A-4943-8E72-CB297B078EF1}">
          <p14:sldIdLst>
            <p14:sldId id="265"/>
            <p14:sldId id="266"/>
            <p14:sldId id="267"/>
          </p14:sldIdLst>
        </p14:section>
        <p14:section name="Dark" id="{1135B508-2D9A-4933-8EB0-FB53FD96B42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BAA"/>
    <a:srgbClr val="82CEFC"/>
    <a:srgbClr val="1D2663"/>
    <a:srgbClr val="0F132F"/>
    <a:srgbClr val="9EDCFF"/>
    <a:srgbClr val="161928"/>
    <a:srgbClr val="080A1A"/>
    <a:srgbClr val="000060"/>
    <a:srgbClr val="7B68EE"/>
    <a:srgbClr val="44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77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0014" y="2238751"/>
            <a:ext cx="17820085" cy="4762488"/>
          </a:xfrm>
        </p:spPr>
        <p:txBody>
          <a:bodyPr anchor="b"/>
          <a:lstStyle>
            <a:lvl1pPr algn="ctr">
              <a:defRPr sz="1169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0014" y="7184899"/>
            <a:ext cx="17820085" cy="3302709"/>
          </a:xfrm>
        </p:spPr>
        <p:txBody>
          <a:bodyPr/>
          <a:lstStyle>
            <a:lvl1pPr marL="0" indent="0" algn="ctr">
              <a:buNone/>
              <a:defRPr sz="4677"/>
            </a:lvl1pPr>
            <a:lvl2pPr marL="890991" indent="0" algn="ctr">
              <a:buNone/>
              <a:defRPr sz="3898"/>
            </a:lvl2pPr>
            <a:lvl3pPr marL="1781983" indent="0" algn="ctr">
              <a:buNone/>
              <a:defRPr sz="3508"/>
            </a:lvl3pPr>
            <a:lvl4pPr marL="2672974" indent="0" algn="ctr">
              <a:buNone/>
              <a:defRPr sz="3118"/>
            </a:lvl4pPr>
            <a:lvl5pPr marL="3563965" indent="0" algn="ctr">
              <a:buNone/>
              <a:defRPr sz="3118"/>
            </a:lvl5pPr>
            <a:lvl6pPr marL="4454957" indent="0" algn="ctr">
              <a:buNone/>
              <a:defRPr sz="3118"/>
            </a:lvl6pPr>
            <a:lvl7pPr marL="5345948" indent="0" algn="ctr">
              <a:buNone/>
              <a:defRPr sz="3118"/>
            </a:lvl7pPr>
            <a:lvl8pPr marL="6236940" indent="0" algn="ctr">
              <a:buNone/>
              <a:defRPr sz="3118"/>
            </a:lvl8pPr>
            <a:lvl9pPr marL="7127931" indent="0" algn="ctr">
              <a:buNone/>
              <a:defRPr sz="31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59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38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133" y="3410374"/>
            <a:ext cx="20493097" cy="5690286"/>
          </a:xfrm>
        </p:spPr>
        <p:txBody>
          <a:bodyPr anchor="b"/>
          <a:lstStyle>
            <a:lvl1pPr>
              <a:defRPr sz="1169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133" y="9154493"/>
            <a:ext cx="20493097" cy="2992387"/>
          </a:xfrm>
        </p:spPr>
        <p:txBody>
          <a:bodyPr/>
          <a:lstStyle>
            <a:lvl1pPr marL="0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1pPr>
            <a:lvl2pPr marL="890991" indent="0">
              <a:buNone/>
              <a:defRPr sz="3898">
                <a:solidFill>
                  <a:schemeClr val="tx1">
                    <a:tint val="75000"/>
                  </a:schemeClr>
                </a:solidFill>
              </a:defRPr>
            </a:lvl2pPr>
            <a:lvl3pPr marL="1781983" indent="0">
              <a:buNone/>
              <a:defRPr sz="3508">
                <a:solidFill>
                  <a:schemeClr val="tx1">
                    <a:tint val="75000"/>
                  </a:schemeClr>
                </a:solidFill>
              </a:defRPr>
            </a:lvl3pPr>
            <a:lvl4pPr marL="2672974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4pPr>
            <a:lvl5pPr marL="356396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5pPr>
            <a:lvl6pPr marL="4454957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6pPr>
            <a:lvl7pPr marL="5345948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7pPr>
            <a:lvl8pPr marL="6236940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8pPr>
            <a:lvl9pPr marL="7127931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9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3508" y="3641531"/>
            <a:ext cx="10098048" cy="86795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28557" y="3641531"/>
            <a:ext cx="10098048" cy="86795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7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3" y="728307"/>
            <a:ext cx="20493097" cy="264406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603" y="3353376"/>
            <a:ext cx="10051641" cy="1643437"/>
          </a:xfrm>
        </p:spPr>
        <p:txBody>
          <a:bodyPr anchor="b"/>
          <a:lstStyle>
            <a:lvl1pPr marL="0" indent="0">
              <a:buNone/>
              <a:defRPr sz="4677" b="1"/>
            </a:lvl1pPr>
            <a:lvl2pPr marL="890991" indent="0">
              <a:buNone/>
              <a:defRPr sz="3898" b="1"/>
            </a:lvl2pPr>
            <a:lvl3pPr marL="1781983" indent="0">
              <a:buNone/>
              <a:defRPr sz="3508" b="1"/>
            </a:lvl3pPr>
            <a:lvl4pPr marL="2672974" indent="0">
              <a:buNone/>
              <a:defRPr sz="3118" b="1"/>
            </a:lvl4pPr>
            <a:lvl5pPr marL="3563965" indent="0">
              <a:buNone/>
              <a:defRPr sz="3118" b="1"/>
            </a:lvl5pPr>
            <a:lvl6pPr marL="4454957" indent="0">
              <a:buNone/>
              <a:defRPr sz="3118" b="1"/>
            </a:lvl6pPr>
            <a:lvl7pPr marL="5345948" indent="0">
              <a:buNone/>
              <a:defRPr sz="3118" b="1"/>
            </a:lvl7pPr>
            <a:lvl8pPr marL="6236940" indent="0">
              <a:buNone/>
              <a:defRPr sz="3118" b="1"/>
            </a:lvl8pPr>
            <a:lvl9pPr marL="7127931" indent="0">
              <a:buNone/>
              <a:defRPr sz="311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6603" y="4996813"/>
            <a:ext cx="10051641" cy="7349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28557" y="3353376"/>
            <a:ext cx="10101143" cy="1643437"/>
          </a:xfrm>
        </p:spPr>
        <p:txBody>
          <a:bodyPr anchor="b"/>
          <a:lstStyle>
            <a:lvl1pPr marL="0" indent="0">
              <a:buNone/>
              <a:defRPr sz="4677" b="1"/>
            </a:lvl1pPr>
            <a:lvl2pPr marL="890991" indent="0">
              <a:buNone/>
              <a:defRPr sz="3898" b="1"/>
            </a:lvl2pPr>
            <a:lvl3pPr marL="1781983" indent="0">
              <a:buNone/>
              <a:defRPr sz="3508" b="1"/>
            </a:lvl3pPr>
            <a:lvl4pPr marL="2672974" indent="0">
              <a:buNone/>
              <a:defRPr sz="3118" b="1"/>
            </a:lvl4pPr>
            <a:lvl5pPr marL="3563965" indent="0">
              <a:buNone/>
              <a:defRPr sz="3118" b="1"/>
            </a:lvl5pPr>
            <a:lvl6pPr marL="4454957" indent="0">
              <a:buNone/>
              <a:defRPr sz="3118" b="1"/>
            </a:lvl6pPr>
            <a:lvl7pPr marL="5345948" indent="0">
              <a:buNone/>
              <a:defRPr sz="3118" b="1"/>
            </a:lvl7pPr>
            <a:lvl8pPr marL="6236940" indent="0">
              <a:buNone/>
              <a:defRPr sz="3118" b="1"/>
            </a:lvl8pPr>
            <a:lvl9pPr marL="7127931" indent="0">
              <a:buNone/>
              <a:defRPr sz="311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28557" y="4996813"/>
            <a:ext cx="10101143" cy="7349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00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89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02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4" y="911966"/>
            <a:ext cx="7663254" cy="3191881"/>
          </a:xfrm>
        </p:spPr>
        <p:txBody>
          <a:bodyPr anchor="b"/>
          <a:lstStyle>
            <a:lvl1pPr>
              <a:defRPr sz="623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143" y="1969594"/>
            <a:ext cx="12028557" cy="9721303"/>
          </a:xfrm>
        </p:spPr>
        <p:txBody>
          <a:bodyPr/>
          <a:lstStyle>
            <a:lvl1pPr>
              <a:defRPr sz="6236"/>
            </a:lvl1pPr>
            <a:lvl2pPr>
              <a:defRPr sz="5457"/>
            </a:lvl2pPr>
            <a:lvl3pPr>
              <a:defRPr sz="4677"/>
            </a:lvl3pPr>
            <a:lvl4pPr>
              <a:defRPr sz="3898"/>
            </a:lvl4pPr>
            <a:lvl5pPr>
              <a:defRPr sz="3898"/>
            </a:lvl5pPr>
            <a:lvl6pPr>
              <a:defRPr sz="3898"/>
            </a:lvl6pPr>
            <a:lvl7pPr>
              <a:defRPr sz="3898"/>
            </a:lvl7pPr>
            <a:lvl8pPr>
              <a:defRPr sz="3898"/>
            </a:lvl8pPr>
            <a:lvl9pPr>
              <a:defRPr sz="389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4" y="4103846"/>
            <a:ext cx="7663254" cy="7602883"/>
          </a:xfrm>
        </p:spPr>
        <p:txBody>
          <a:bodyPr/>
          <a:lstStyle>
            <a:lvl1pPr marL="0" indent="0">
              <a:buNone/>
              <a:defRPr sz="3118"/>
            </a:lvl1pPr>
            <a:lvl2pPr marL="890991" indent="0">
              <a:buNone/>
              <a:defRPr sz="2728"/>
            </a:lvl2pPr>
            <a:lvl3pPr marL="1781983" indent="0">
              <a:buNone/>
              <a:defRPr sz="2339"/>
            </a:lvl3pPr>
            <a:lvl4pPr marL="2672974" indent="0">
              <a:buNone/>
              <a:defRPr sz="1949"/>
            </a:lvl4pPr>
            <a:lvl5pPr marL="3563965" indent="0">
              <a:buNone/>
              <a:defRPr sz="1949"/>
            </a:lvl5pPr>
            <a:lvl6pPr marL="4454957" indent="0">
              <a:buNone/>
              <a:defRPr sz="1949"/>
            </a:lvl6pPr>
            <a:lvl7pPr marL="5345948" indent="0">
              <a:buNone/>
              <a:defRPr sz="1949"/>
            </a:lvl7pPr>
            <a:lvl8pPr marL="6236940" indent="0">
              <a:buNone/>
              <a:defRPr sz="1949"/>
            </a:lvl8pPr>
            <a:lvl9pPr marL="7127931" indent="0">
              <a:buNone/>
              <a:defRPr sz="194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689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4" y="911966"/>
            <a:ext cx="7663254" cy="3191881"/>
          </a:xfrm>
        </p:spPr>
        <p:txBody>
          <a:bodyPr anchor="b"/>
          <a:lstStyle>
            <a:lvl1pPr>
              <a:defRPr sz="623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1143" y="1969594"/>
            <a:ext cx="12028557" cy="9721303"/>
          </a:xfrm>
        </p:spPr>
        <p:txBody>
          <a:bodyPr anchor="t"/>
          <a:lstStyle>
            <a:lvl1pPr marL="0" indent="0">
              <a:buNone/>
              <a:defRPr sz="6236"/>
            </a:lvl1pPr>
            <a:lvl2pPr marL="890991" indent="0">
              <a:buNone/>
              <a:defRPr sz="5457"/>
            </a:lvl2pPr>
            <a:lvl3pPr marL="1781983" indent="0">
              <a:buNone/>
              <a:defRPr sz="4677"/>
            </a:lvl3pPr>
            <a:lvl4pPr marL="2672974" indent="0">
              <a:buNone/>
              <a:defRPr sz="3898"/>
            </a:lvl4pPr>
            <a:lvl5pPr marL="3563965" indent="0">
              <a:buNone/>
              <a:defRPr sz="3898"/>
            </a:lvl5pPr>
            <a:lvl6pPr marL="4454957" indent="0">
              <a:buNone/>
              <a:defRPr sz="3898"/>
            </a:lvl6pPr>
            <a:lvl7pPr marL="5345948" indent="0">
              <a:buNone/>
              <a:defRPr sz="3898"/>
            </a:lvl7pPr>
            <a:lvl8pPr marL="6236940" indent="0">
              <a:buNone/>
              <a:defRPr sz="3898"/>
            </a:lvl8pPr>
            <a:lvl9pPr marL="7127931" indent="0">
              <a:buNone/>
              <a:defRPr sz="389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4" y="4103846"/>
            <a:ext cx="7663254" cy="7602883"/>
          </a:xfrm>
        </p:spPr>
        <p:txBody>
          <a:bodyPr/>
          <a:lstStyle>
            <a:lvl1pPr marL="0" indent="0">
              <a:buNone/>
              <a:defRPr sz="3118"/>
            </a:lvl1pPr>
            <a:lvl2pPr marL="890991" indent="0">
              <a:buNone/>
              <a:defRPr sz="2728"/>
            </a:lvl2pPr>
            <a:lvl3pPr marL="1781983" indent="0">
              <a:buNone/>
              <a:defRPr sz="2339"/>
            </a:lvl3pPr>
            <a:lvl4pPr marL="2672974" indent="0">
              <a:buNone/>
              <a:defRPr sz="1949"/>
            </a:lvl4pPr>
            <a:lvl5pPr marL="3563965" indent="0">
              <a:buNone/>
              <a:defRPr sz="1949"/>
            </a:lvl5pPr>
            <a:lvl6pPr marL="4454957" indent="0">
              <a:buNone/>
              <a:defRPr sz="1949"/>
            </a:lvl6pPr>
            <a:lvl7pPr marL="5345948" indent="0">
              <a:buNone/>
              <a:defRPr sz="1949"/>
            </a:lvl7pPr>
            <a:lvl8pPr marL="6236940" indent="0">
              <a:buNone/>
              <a:defRPr sz="1949"/>
            </a:lvl8pPr>
            <a:lvl9pPr marL="7127931" indent="0">
              <a:buNone/>
              <a:defRPr sz="194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11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40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03331" y="728306"/>
            <a:ext cx="5123274" cy="115927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3508" y="728306"/>
            <a:ext cx="15072822" cy="115927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96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3508" y="728307"/>
            <a:ext cx="20493097" cy="264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3508" y="3641531"/>
            <a:ext cx="20493097" cy="8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3508" y="12678860"/>
            <a:ext cx="5346025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4BC84-5AEC-4E11-A3FE-23DDA8CCB5DE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0538" y="12678860"/>
            <a:ext cx="8019038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80580" y="12678860"/>
            <a:ext cx="5346025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C1A42-21D2-4C92-9A9E-DB4081357F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79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81983" rtl="0" eaLnBrk="1" latinLnBrk="0" hangingPunct="1">
        <a:lnSpc>
          <a:spcPct val="90000"/>
        </a:lnSpc>
        <a:spcBef>
          <a:spcPct val="0"/>
        </a:spcBef>
        <a:buNone/>
        <a:defRPr sz="8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5496" indent="-445496" algn="l" defTabSz="1781983" rtl="0" eaLnBrk="1" latinLnBrk="0" hangingPunct="1">
        <a:lnSpc>
          <a:spcPct val="90000"/>
        </a:lnSpc>
        <a:spcBef>
          <a:spcPts val="1949"/>
        </a:spcBef>
        <a:buFont typeface="Arial" panose="020B0604020202020204" pitchFamily="34" charset="0"/>
        <a:buChar char="•"/>
        <a:defRPr sz="5457" kern="1200">
          <a:solidFill>
            <a:schemeClr val="tx1"/>
          </a:solidFill>
          <a:latin typeface="+mn-lt"/>
          <a:ea typeface="+mn-ea"/>
          <a:cs typeface="+mn-cs"/>
        </a:defRPr>
      </a:lvl1pPr>
      <a:lvl2pPr marL="1336487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2pPr>
      <a:lvl3pPr marL="2227478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898" kern="1200">
          <a:solidFill>
            <a:schemeClr val="tx1"/>
          </a:solidFill>
          <a:latin typeface="+mn-lt"/>
          <a:ea typeface="+mn-ea"/>
          <a:cs typeface="+mn-cs"/>
        </a:defRPr>
      </a:lvl3pPr>
      <a:lvl4pPr marL="3118470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4pPr>
      <a:lvl5pPr marL="4009461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5pPr>
      <a:lvl6pPr marL="4900452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6pPr>
      <a:lvl7pPr marL="5791444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7pPr>
      <a:lvl8pPr marL="6682435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8pPr>
      <a:lvl9pPr marL="7573427" indent="-445496" algn="l" defTabSz="1781983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1pPr>
      <a:lvl2pPr marL="890991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2pPr>
      <a:lvl3pPr marL="1781983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3pPr>
      <a:lvl4pPr marL="2672974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4pPr>
      <a:lvl5pPr marL="3563965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5pPr>
      <a:lvl6pPr marL="4454957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6pPr>
      <a:lvl7pPr marL="5345948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7pPr>
      <a:lvl8pPr marL="6236940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8pPr>
      <a:lvl9pPr marL="7127931" algn="l" defTabSz="1781983" rtl="0" eaLnBrk="1" latinLnBrk="0" hangingPunct="1">
        <a:defRPr sz="35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1">
            <a:extLst>
              <a:ext uri="{FF2B5EF4-FFF2-40B4-BE49-F238E27FC236}">
                <a16:creationId xmlns:a16="http://schemas.microsoft.com/office/drawing/2014/main" id="{E1382C6B-0FF4-8440-C54C-9140CD71700C}"/>
              </a:ext>
            </a:extLst>
          </p:cNvPr>
          <p:cNvSpPr/>
          <p:nvPr/>
        </p:nvSpPr>
        <p:spPr>
          <a:xfrm>
            <a:off x="1" y="0"/>
            <a:ext cx="23760111" cy="1367948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 dirty="0"/>
          </a:p>
        </p:txBody>
      </p:sp>
      <p:sp>
        <p:nvSpPr>
          <p:cNvPr id="5" name="Bar1">
            <a:extLst>
              <a:ext uri="{FF2B5EF4-FFF2-40B4-BE49-F238E27FC236}">
                <a16:creationId xmlns:a16="http://schemas.microsoft.com/office/drawing/2014/main" id="{1543CD19-EFEA-646D-1020-E8B9627B0F4D}"/>
              </a:ext>
            </a:extLst>
          </p:cNvPr>
          <p:cNvSpPr/>
          <p:nvPr/>
        </p:nvSpPr>
        <p:spPr>
          <a:xfrm>
            <a:off x="0" y="1"/>
            <a:ext cx="771736" cy="13679486"/>
          </a:xfrm>
          <a:prstGeom prst="rect">
            <a:avLst/>
          </a:prstGeom>
          <a:gradFill flip="none" rotWithShape="1">
            <a:gsLst>
              <a:gs pos="100000">
                <a:srgbClr val="7B68EE">
                  <a:lumMod val="100000"/>
                  <a:alpha val="80000"/>
                </a:srgbClr>
              </a:gs>
              <a:gs pos="20000">
                <a:srgbClr val="82CEFC">
                  <a:alpha val="80000"/>
                </a:srgbClr>
              </a:gs>
              <a:gs pos="40000">
                <a:srgbClr val="448AD8">
                  <a:alpha val="80000"/>
                </a:srgbClr>
              </a:gs>
              <a:gs pos="60000">
                <a:srgbClr val="173BAA">
                  <a:alpha val="8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63500" dist="25400" algn="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</p:spTree>
    <p:extLst>
      <p:ext uri="{BB962C8B-B14F-4D97-AF65-F5344CB8AC3E}">
        <p14:creationId xmlns:p14="http://schemas.microsoft.com/office/powerpoint/2010/main" val="99591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07166-BE1A-715A-E267-B55ED76F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2">
            <a:extLst>
              <a:ext uri="{FF2B5EF4-FFF2-40B4-BE49-F238E27FC236}">
                <a16:creationId xmlns:a16="http://schemas.microsoft.com/office/drawing/2014/main" id="{E02A266B-9303-96F9-4A37-FEBEA5AC7863}"/>
              </a:ext>
            </a:extLst>
          </p:cNvPr>
          <p:cNvSpPr/>
          <p:nvPr/>
        </p:nvSpPr>
        <p:spPr>
          <a:xfrm>
            <a:off x="1" y="0"/>
            <a:ext cx="23760111" cy="1367948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  <p:sp>
        <p:nvSpPr>
          <p:cNvPr id="5" name="Bar2">
            <a:extLst>
              <a:ext uri="{FF2B5EF4-FFF2-40B4-BE49-F238E27FC236}">
                <a16:creationId xmlns:a16="http://schemas.microsoft.com/office/drawing/2014/main" id="{B589C62D-7168-665C-FF59-B6CA42C9724B}"/>
              </a:ext>
            </a:extLst>
          </p:cNvPr>
          <p:cNvSpPr/>
          <p:nvPr/>
        </p:nvSpPr>
        <p:spPr>
          <a:xfrm>
            <a:off x="1" y="0"/>
            <a:ext cx="23760111" cy="701578"/>
          </a:xfrm>
          <a:prstGeom prst="rect">
            <a:avLst/>
          </a:prstGeom>
          <a:gradFill flip="none" rotWithShape="1">
            <a:gsLst>
              <a:gs pos="100000">
                <a:srgbClr val="7B68EE">
                  <a:lumMod val="100000"/>
                  <a:alpha val="80000"/>
                </a:srgbClr>
              </a:gs>
              <a:gs pos="20000">
                <a:srgbClr val="82CEFC">
                  <a:alpha val="80000"/>
                </a:srgbClr>
              </a:gs>
              <a:gs pos="40000">
                <a:srgbClr val="448AD8">
                  <a:alpha val="80000"/>
                </a:srgbClr>
              </a:gs>
              <a:gs pos="60000">
                <a:srgbClr val="173BAA">
                  <a:alpha val="80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63500" dist="25400" dir="5400000" algn="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</p:spTree>
    <p:extLst>
      <p:ext uri="{BB962C8B-B14F-4D97-AF65-F5344CB8AC3E}">
        <p14:creationId xmlns:p14="http://schemas.microsoft.com/office/powerpoint/2010/main" val="4741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8A5E-F7FF-9550-38DD-77AABABD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3">
            <a:extLst>
              <a:ext uri="{FF2B5EF4-FFF2-40B4-BE49-F238E27FC236}">
                <a16:creationId xmlns:a16="http://schemas.microsoft.com/office/drawing/2014/main" id="{B998EFFF-146E-D321-7AD5-670DB602DD19}"/>
              </a:ext>
            </a:extLst>
          </p:cNvPr>
          <p:cNvSpPr/>
          <p:nvPr/>
        </p:nvSpPr>
        <p:spPr>
          <a:xfrm>
            <a:off x="1" y="0"/>
            <a:ext cx="23760111" cy="1367948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  <p:sp>
        <p:nvSpPr>
          <p:cNvPr id="13" name="Bar3">
            <a:extLst>
              <a:ext uri="{FF2B5EF4-FFF2-40B4-BE49-F238E27FC236}">
                <a16:creationId xmlns:a16="http://schemas.microsoft.com/office/drawing/2014/main" id="{4BDA07CB-7C5E-0108-D27D-6F8CDCF55BF8}"/>
              </a:ext>
            </a:extLst>
          </p:cNvPr>
          <p:cNvSpPr/>
          <p:nvPr/>
        </p:nvSpPr>
        <p:spPr>
          <a:xfrm>
            <a:off x="8379235" y="0"/>
            <a:ext cx="15380878" cy="701578"/>
          </a:xfrm>
          <a:custGeom>
            <a:avLst/>
            <a:gdLst>
              <a:gd name="connsiteX0" fmla="*/ 0 w 7892373"/>
              <a:gd name="connsiteY0" fmla="*/ 0 h 360000"/>
              <a:gd name="connsiteX1" fmla="*/ 866178 w 7892373"/>
              <a:gd name="connsiteY1" fmla="*/ 0 h 360000"/>
              <a:gd name="connsiteX2" fmla="*/ 7892373 w 7892373"/>
              <a:gd name="connsiteY2" fmla="*/ 0 h 360000"/>
              <a:gd name="connsiteX3" fmla="*/ 7892373 w 7892373"/>
              <a:gd name="connsiteY3" fmla="*/ 360000 h 360000"/>
              <a:gd name="connsiteX4" fmla="*/ 869782 w 7892373"/>
              <a:gd name="connsiteY4" fmla="*/ 360000 h 360000"/>
              <a:gd name="connsiteX5" fmla="*/ 869782 w 7892373"/>
              <a:gd name="connsiteY5" fmla="*/ 359803 h 360000"/>
              <a:gd name="connsiteX6" fmla="*/ 866178 w 7892373"/>
              <a:gd name="connsiteY6" fmla="*/ 360000 h 360000"/>
              <a:gd name="connsiteX7" fmla="*/ 533946 w 7892373"/>
              <a:gd name="connsiteY7" fmla="*/ 180000 h 360000"/>
              <a:gd name="connsiteX8" fmla="*/ 533990 w 7892373"/>
              <a:gd name="connsiteY8" fmla="*/ 179884 h 360000"/>
              <a:gd name="connsiteX9" fmla="*/ 522233 w 7892373"/>
              <a:gd name="connsiteY9" fmla="*/ 154000 h 360000"/>
              <a:gd name="connsiteX10" fmla="*/ 76570 w 7892373"/>
              <a:gd name="connsiteY10" fmla="*/ 4768 h 360000"/>
              <a:gd name="connsiteX11" fmla="*/ 0 w 7892373"/>
              <a:gd name="connsiteY11" fmla="*/ 1769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92373" h="360000">
                <a:moveTo>
                  <a:pt x="0" y="0"/>
                </a:moveTo>
                <a:lnTo>
                  <a:pt x="866178" y="0"/>
                </a:lnTo>
                <a:lnTo>
                  <a:pt x="7892373" y="0"/>
                </a:lnTo>
                <a:lnTo>
                  <a:pt x="7892373" y="360000"/>
                </a:lnTo>
                <a:lnTo>
                  <a:pt x="869782" y="360000"/>
                </a:lnTo>
                <a:lnTo>
                  <a:pt x="869782" y="359803"/>
                </a:lnTo>
                <a:lnTo>
                  <a:pt x="866178" y="360000"/>
                </a:lnTo>
                <a:cubicBezTo>
                  <a:pt x="682691" y="360000"/>
                  <a:pt x="533946" y="279411"/>
                  <a:pt x="533946" y="180000"/>
                </a:cubicBezTo>
                <a:lnTo>
                  <a:pt x="533990" y="179884"/>
                </a:lnTo>
                <a:lnTo>
                  <a:pt x="522233" y="154000"/>
                </a:lnTo>
                <a:cubicBezTo>
                  <a:pt x="451095" y="78512"/>
                  <a:pt x="283013" y="21182"/>
                  <a:pt x="76570" y="4768"/>
                </a:cubicBezTo>
                <a:lnTo>
                  <a:pt x="0" y="1769"/>
                </a:lnTo>
                <a:close/>
              </a:path>
            </a:pathLst>
          </a:custGeom>
          <a:gradFill flip="none" rotWithShape="1">
            <a:gsLst>
              <a:gs pos="100000">
                <a:srgbClr val="7B68EE">
                  <a:lumMod val="100000"/>
                  <a:alpha val="80000"/>
                </a:srgbClr>
              </a:gs>
              <a:gs pos="20000">
                <a:srgbClr val="82CEFC">
                  <a:alpha val="80000"/>
                </a:srgbClr>
              </a:gs>
              <a:gs pos="40000">
                <a:srgbClr val="448AD8">
                  <a:alpha val="80000"/>
                </a:srgbClr>
              </a:gs>
              <a:gs pos="60000">
                <a:srgbClr val="173BAA">
                  <a:alpha val="80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63500" dist="25400" dir="5400000" algn="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3508"/>
          </a:p>
        </p:txBody>
      </p:sp>
    </p:spTree>
    <p:extLst>
      <p:ext uri="{BB962C8B-B14F-4D97-AF65-F5344CB8AC3E}">
        <p14:creationId xmlns:p14="http://schemas.microsoft.com/office/powerpoint/2010/main" val="240033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1434-BEC3-DF09-85F8-E700967F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3081F-81C8-5340-7A31-9D3EE12CF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23760113" cy="13679486"/>
          </a:xfrm>
          <a:prstGeom prst="rect">
            <a:avLst/>
          </a:prstGeom>
        </p:spPr>
      </p:pic>
      <p:sp>
        <p:nvSpPr>
          <p:cNvPr id="4" name="Background1">
            <a:extLst>
              <a:ext uri="{FF2B5EF4-FFF2-40B4-BE49-F238E27FC236}">
                <a16:creationId xmlns:a16="http://schemas.microsoft.com/office/drawing/2014/main" id="{C54CCA53-F029-CD73-1B33-80D36ECE883E}"/>
              </a:ext>
            </a:extLst>
          </p:cNvPr>
          <p:cNvSpPr/>
          <p:nvPr/>
        </p:nvSpPr>
        <p:spPr>
          <a:xfrm>
            <a:off x="1" y="0"/>
            <a:ext cx="23760111" cy="13679487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  <p:sp>
        <p:nvSpPr>
          <p:cNvPr id="5" name="Bar1">
            <a:extLst>
              <a:ext uri="{FF2B5EF4-FFF2-40B4-BE49-F238E27FC236}">
                <a16:creationId xmlns:a16="http://schemas.microsoft.com/office/drawing/2014/main" id="{78F38AB5-BE77-1324-F45E-3B0BE0A62A60}"/>
              </a:ext>
            </a:extLst>
          </p:cNvPr>
          <p:cNvSpPr/>
          <p:nvPr/>
        </p:nvSpPr>
        <p:spPr>
          <a:xfrm>
            <a:off x="0" y="0"/>
            <a:ext cx="771736" cy="13679487"/>
          </a:xfrm>
          <a:prstGeom prst="rect">
            <a:avLst/>
          </a:prstGeom>
          <a:gradFill flip="none" rotWithShape="1">
            <a:gsLst>
              <a:gs pos="100000">
                <a:srgbClr val="7B68EE">
                  <a:lumMod val="100000"/>
                  <a:alpha val="80000"/>
                </a:srgbClr>
              </a:gs>
              <a:gs pos="20000">
                <a:srgbClr val="82CEFC">
                  <a:alpha val="80000"/>
                </a:srgbClr>
              </a:gs>
              <a:gs pos="40000">
                <a:srgbClr val="448AD8">
                  <a:alpha val="80000"/>
                </a:srgbClr>
              </a:gs>
              <a:gs pos="60000">
                <a:srgbClr val="173BAA">
                  <a:alpha val="8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63500" dist="25400" algn="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</p:spTree>
    <p:extLst>
      <p:ext uri="{BB962C8B-B14F-4D97-AF65-F5344CB8AC3E}">
        <p14:creationId xmlns:p14="http://schemas.microsoft.com/office/powerpoint/2010/main" val="325372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B93C-6BC3-D491-FDE4-9009C66D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149DF-1859-86AB-B486-B04C7A269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3760113" cy="13679487"/>
          </a:xfrm>
          <a:prstGeom prst="rect">
            <a:avLst/>
          </a:prstGeom>
        </p:spPr>
      </p:pic>
      <p:sp>
        <p:nvSpPr>
          <p:cNvPr id="4" name="Background1">
            <a:extLst>
              <a:ext uri="{FF2B5EF4-FFF2-40B4-BE49-F238E27FC236}">
                <a16:creationId xmlns:a16="http://schemas.microsoft.com/office/drawing/2014/main" id="{B5A7793B-3E07-21E5-869D-93DD24D37B66}"/>
              </a:ext>
            </a:extLst>
          </p:cNvPr>
          <p:cNvSpPr/>
          <p:nvPr/>
        </p:nvSpPr>
        <p:spPr>
          <a:xfrm>
            <a:off x="1" y="0"/>
            <a:ext cx="23760111" cy="13679487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  <p:sp>
        <p:nvSpPr>
          <p:cNvPr id="2" name="Bar2">
            <a:extLst>
              <a:ext uri="{FF2B5EF4-FFF2-40B4-BE49-F238E27FC236}">
                <a16:creationId xmlns:a16="http://schemas.microsoft.com/office/drawing/2014/main" id="{50DA63AE-10E5-4DE7-1899-C5B93F8F4628}"/>
              </a:ext>
            </a:extLst>
          </p:cNvPr>
          <p:cNvSpPr/>
          <p:nvPr/>
        </p:nvSpPr>
        <p:spPr>
          <a:xfrm>
            <a:off x="1" y="0"/>
            <a:ext cx="23760111" cy="701578"/>
          </a:xfrm>
          <a:prstGeom prst="rect">
            <a:avLst/>
          </a:prstGeom>
          <a:gradFill flip="none" rotWithShape="1">
            <a:gsLst>
              <a:gs pos="100000">
                <a:srgbClr val="7B68EE">
                  <a:lumMod val="100000"/>
                  <a:alpha val="80000"/>
                </a:srgbClr>
              </a:gs>
              <a:gs pos="20000">
                <a:srgbClr val="82CEFC">
                  <a:alpha val="80000"/>
                </a:srgbClr>
              </a:gs>
              <a:gs pos="40000">
                <a:srgbClr val="448AD8">
                  <a:alpha val="80000"/>
                </a:srgbClr>
              </a:gs>
              <a:gs pos="60000">
                <a:srgbClr val="173BAA">
                  <a:alpha val="80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63500" dist="25400" dir="5400000" algn="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</p:spTree>
    <p:extLst>
      <p:ext uri="{BB962C8B-B14F-4D97-AF65-F5344CB8AC3E}">
        <p14:creationId xmlns:p14="http://schemas.microsoft.com/office/powerpoint/2010/main" val="405360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0C97-93BB-E65E-FBFA-339FE19A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F61BF-2E8B-22C4-EBCB-3DCCC1005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3760113" cy="13679487"/>
          </a:xfrm>
          <a:prstGeom prst="rect">
            <a:avLst/>
          </a:prstGeom>
        </p:spPr>
      </p:pic>
      <p:sp>
        <p:nvSpPr>
          <p:cNvPr id="4" name="Background1">
            <a:extLst>
              <a:ext uri="{FF2B5EF4-FFF2-40B4-BE49-F238E27FC236}">
                <a16:creationId xmlns:a16="http://schemas.microsoft.com/office/drawing/2014/main" id="{80031340-3033-27D4-8D3A-959142A51185}"/>
              </a:ext>
            </a:extLst>
          </p:cNvPr>
          <p:cNvSpPr/>
          <p:nvPr/>
        </p:nvSpPr>
        <p:spPr>
          <a:xfrm>
            <a:off x="1" y="0"/>
            <a:ext cx="23760111" cy="13679487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508"/>
          </a:p>
        </p:txBody>
      </p:sp>
      <p:sp>
        <p:nvSpPr>
          <p:cNvPr id="5" name="Bar3">
            <a:extLst>
              <a:ext uri="{FF2B5EF4-FFF2-40B4-BE49-F238E27FC236}">
                <a16:creationId xmlns:a16="http://schemas.microsoft.com/office/drawing/2014/main" id="{4FE8835B-275F-8CF0-D13D-A6E33CEEA8FA}"/>
              </a:ext>
            </a:extLst>
          </p:cNvPr>
          <p:cNvSpPr/>
          <p:nvPr/>
        </p:nvSpPr>
        <p:spPr>
          <a:xfrm>
            <a:off x="8379235" y="0"/>
            <a:ext cx="15380878" cy="701578"/>
          </a:xfrm>
          <a:custGeom>
            <a:avLst/>
            <a:gdLst>
              <a:gd name="connsiteX0" fmla="*/ 0 w 7892373"/>
              <a:gd name="connsiteY0" fmla="*/ 0 h 360000"/>
              <a:gd name="connsiteX1" fmla="*/ 866178 w 7892373"/>
              <a:gd name="connsiteY1" fmla="*/ 0 h 360000"/>
              <a:gd name="connsiteX2" fmla="*/ 7892373 w 7892373"/>
              <a:gd name="connsiteY2" fmla="*/ 0 h 360000"/>
              <a:gd name="connsiteX3" fmla="*/ 7892373 w 7892373"/>
              <a:gd name="connsiteY3" fmla="*/ 360000 h 360000"/>
              <a:gd name="connsiteX4" fmla="*/ 869782 w 7892373"/>
              <a:gd name="connsiteY4" fmla="*/ 360000 h 360000"/>
              <a:gd name="connsiteX5" fmla="*/ 869782 w 7892373"/>
              <a:gd name="connsiteY5" fmla="*/ 359803 h 360000"/>
              <a:gd name="connsiteX6" fmla="*/ 866178 w 7892373"/>
              <a:gd name="connsiteY6" fmla="*/ 360000 h 360000"/>
              <a:gd name="connsiteX7" fmla="*/ 533946 w 7892373"/>
              <a:gd name="connsiteY7" fmla="*/ 180000 h 360000"/>
              <a:gd name="connsiteX8" fmla="*/ 533990 w 7892373"/>
              <a:gd name="connsiteY8" fmla="*/ 179884 h 360000"/>
              <a:gd name="connsiteX9" fmla="*/ 522233 w 7892373"/>
              <a:gd name="connsiteY9" fmla="*/ 154000 h 360000"/>
              <a:gd name="connsiteX10" fmla="*/ 76570 w 7892373"/>
              <a:gd name="connsiteY10" fmla="*/ 4768 h 360000"/>
              <a:gd name="connsiteX11" fmla="*/ 0 w 7892373"/>
              <a:gd name="connsiteY11" fmla="*/ 1769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92373" h="360000">
                <a:moveTo>
                  <a:pt x="0" y="0"/>
                </a:moveTo>
                <a:lnTo>
                  <a:pt x="866178" y="0"/>
                </a:lnTo>
                <a:lnTo>
                  <a:pt x="7892373" y="0"/>
                </a:lnTo>
                <a:lnTo>
                  <a:pt x="7892373" y="360000"/>
                </a:lnTo>
                <a:lnTo>
                  <a:pt x="869782" y="360000"/>
                </a:lnTo>
                <a:lnTo>
                  <a:pt x="869782" y="359803"/>
                </a:lnTo>
                <a:lnTo>
                  <a:pt x="866178" y="360000"/>
                </a:lnTo>
                <a:cubicBezTo>
                  <a:pt x="682691" y="360000"/>
                  <a:pt x="533946" y="279411"/>
                  <a:pt x="533946" y="180000"/>
                </a:cubicBezTo>
                <a:lnTo>
                  <a:pt x="533990" y="179884"/>
                </a:lnTo>
                <a:lnTo>
                  <a:pt x="522233" y="154000"/>
                </a:lnTo>
                <a:cubicBezTo>
                  <a:pt x="451095" y="78512"/>
                  <a:pt x="283013" y="21182"/>
                  <a:pt x="76570" y="4768"/>
                </a:cubicBezTo>
                <a:lnTo>
                  <a:pt x="0" y="1769"/>
                </a:lnTo>
                <a:close/>
              </a:path>
            </a:pathLst>
          </a:custGeom>
          <a:gradFill flip="none" rotWithShape="1">
            <a:gsLst>
              <a:gs pos="100000">
                <a:srgbClr val="7B68EE">
                  <a:lumMod val="100000"/>
                  <a:alpha val="80000"/>
                </a:srgbClr>
              </a:gs>
              <a:gs pos="20000">
                <a:srgbClr val="82CEFC">
                  <a:alpha val="80000"/>
                </a:srgbClr>
              </a:gs>
              <a:gs pos="40000">
                <a:srgbClr val="448AD8">
                  <a:alpha val="80000"/>
                </a:srgbClr>
              </a:gs>
              <a:gs pos="60000">
                <a:srgbClr val="173BAA">
                  <a:alpha val="80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63500" dist="25400" dir="5400000" algn="l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3508"/>
          </a:p>
        </p:txBody>
      </p:sp>
    </p:spTree>
    <p:extLst>
      <p:ext uri="{BB962C8B-B14F-4D97-AF65-F5344CB8AC3E}">
        <p14:creationId xmlns:p14="http://schemas.microsoft.com/office/powerpoint/2010/main" val="338291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EE34-89D0-6A5C-E965-DA8CA495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00F960-88C1-4CF2-E659-B9196D9A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3760113" cy="13679487"/>
          </a:xfrm>
          <a:prstGeom prst="rect">
            <a:avLst/>
          </a:prstGeom>
          <a:noFill/>
        </p:spPr>
      </p:pic>
      <p:sp>
        <p:nvSpPr>
          <p:cNvPr id="4" name="Background1">
            <a:extLst>
              <a:ext uri="{FF2B5EF4-FFF2-40B4-BE49-F238E27FC236}">
                <a16:creationId xmlns:a16="http://schemas.microsoft.com/office/drawing/2014/main" id="{C8BD6FC6-D44F-32FA-90D6-993A5C8CB03A}"/>
              </a:ext>
            </a:extLst>
          </p:cNvPr>
          <p:cNvSpPr/>
          <p:nvPr/>
        </p:nvSpPr>
        <p:spPr>
          <a:xfrm>
            <a:off x="1" y="1"/>
            <a:ext cx="23760111" cy="13679486"/>
          </a:xfrm>
          <a:prstGeom prst="rect">
            <a:avLst/>
          </a:prstGeom>
          <a:solidFill>
            <a:schemeClr val="bg2">
              <a:lumMod val="10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895"/>
          </a:p>
        </p:txBody>
      </p:sp>
      <p:sp>
        <p:nvSpPr>
          <p:cNvPr id="5" name="Bar1">
            <a:extLst>
              <a:ext uri="{FF2B5EF4-FFF2-40B4-BE49-F238E27FC236}">
                <a16:creationId xmlns:a16="http://schemas.microsoft.com/office/drawing/2014/main" id="{ABAA856F-71B4-5813-C2DC-88735370D2FD}"/>
              </a:ext>
            </a:extLst>
          </p:cNvPr>
          <p:cNvSpPr/>
          <p:nvPr/>
        </p:nvSpPr>
        <p:spPr>
          <a:xfrm>
            <a:off x="208743" y="196347"/>
            <a:ext cx="1411472" cy="13286792"/>
          </a:xfrm>
          <a:prstGeom prst="roundRect">
            <a:avLst/>
          </a:prstGeom>
          <a:gradFill flip="none" rotWithShape="1">
            <a:gsLst>
              <a:gs pos="62000">
                <a:schemeClr val="bg2">
                  <a:lumMod val="11000"/>
                </a:schemeClr>
              </a:gs>
              <a:gs pos="100000">
                <a:schemeClr val="tx1">
                  <a:lumMod val="92000"/>
                  <a:lumOff val="8000"/>
                </a:schemeClr>
              </a:gs>
              <a:gs pos="20000">
                <a:schemeClr val="tx1">
                  <a:lumMod val="88000"/>
                  <a:lumOff val="12000"/>
                </a:schemeClr>
              </a:gs>
              <a:gs pos="40000">
                <a:schemeClr val="tx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dist="25400" algn="l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895" dirty="0"/>
          </a:p>
        </p:txBody>
      </p:sp>
    </p:spTree>
    <p:extLst>
      <p:ext uri="{BB962C8B-B14F-4D97-AF65-F5344CB8AC3E}">
        <p14:creationId xmlns:p14="http://schemas.microsoft.com/office/powerpoint/2010/main" val="14745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Czerkas</dc:creator>
  <cp:lastModifiedBy>IntersectLines IntersectLines</cp:lastModifiedBy>
  <cp:revision>15</cp:revision>
  <dcterms:created xsi:type="dcterms:W3CDTF">2026-03-03T21:32:40Z</dcterms:created>
  <dcterms:modified xsi:type="dcterms:W3CDTF">2026-03-09T18:11:57Z</dcterms:modified>
</cp:coreProperties>
</file>